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Fedora Lane — RHEL Gold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CCCCCC"/>
                </a:solidFill>
                <a:latin typeface="Calibri"/>
              </a:rPr>
              <a:t>Secure, standardized platform for the e-commerce web fleet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AAAAA"/>
                </a:solidFill>
                <a:latin typeface="Calibri"/>
              </a:rPr>
              <a:t>FASTER Practice Activity  |  Server / Cloud OS TDP  |  Junior Consultant</a:t>
            </a:r>
          </a:p>
          <a:p>
            <a:r>
              <a:rPr sz="1400" b="0">
                <a:solidFill>
                  <a:srgbClr val="AAAAAA"/>
                </a:solidFill>
                <a:latin typeface="Calibri"/>
              </a:rPr>
              <a:t>Local Image Builder (TOML) → AWS AMI → live proof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A4A4A"/>
                </a:solidFill>
                <a:latin typeface="Calibri"/>
              </a:rPr>
              <a:t>15 minutes with Fedora Lane leadership personas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Opening — confirm the three technical challenges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Solution overview — one RHEL gold standard for web nodes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How we built it — local Image Builder + AWS path (simple)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Live walkthrough — prove the controls on a running EC2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Value &amp; next step — what Fedora Lane should do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4A4A"/>
                </a:solidFill>
                <a:latin typeface="Calibri"/>
              </a:rPr>
              <a:t>Fedora Lane | Server/Cloud OS TDP | FASTER Junior Consultant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Fedora Lane’s challenges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A4A4A"/>
                </a:solidFill>
                <a:latin typeface="Calibri"/>
              </a:rPr>
              <a:t>~1,600 Linux servers across on-prem, AWS, Azure, and boutiques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566160" cy="3840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E0000"/>
                </a:solidFill>
                <a:latin typeface="Calibri"/>
              </a:rPr>
              <a:t>1. Inconsistent estate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Rocky / Ubuntu / CentOS / Amazon Linux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Config drift by region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Critical patch failed on 600+ hosts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Missed 30-day CVE window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566160" cy="3840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7830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E0000"/>
                </a:solidFill>
                <a:latin typeface="Calibri"/>
              </a:rPr>
              <a:t>2. Untraceable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14884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Undocumented admin tweaks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No reliable audit trail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Long MTTR / revenue impact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Hard to prove who changed what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566160" cy="3840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7830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E0000"/>
                </a:solidFill>
                <a:latin typeface="Calibri"/>
              </a:rPr>
              <a:t>3. Container skills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14884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Devs hand ops long podman run lines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Typos → long troubleshooting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Ops depends on developers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Casey: need service-like 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4A4A"/>
                </a:solidFill>
                <a:latin typeface="Calibri"/>
              </a:rPr>
              <a:t>Fedora Lane | Server/Cloud OS TDP | FASTER Junior Consultant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Who we are speaking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Anya Sharma (CIO) — agility &amp; customer experience; safer scale-out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Alex Lee (VP Infra) — stability and simpler operations for a stretched team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Ren Tanaka (Security) — provable baseline, least privilege, audit readiness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Casey Novak (Linux Eng) — one standard fleet, less firefighting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Cameron Shaw (App Dev) — containers that ops can actually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4A4A"/>
                </a:solidFill>
                <a:latin typeface="Calibri"/>
              </a:rPr>
              <a:t>Fedora Lane | Server/Cloud OS TDP | FASTER Junior Consultant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Our solution: one RHEL gold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A4A4A"/>
                </a:solidFill>
                <a:latin typeface="Calibri"/>
              </a:rPr>
              <a:t>Foundation for Fedora Lane e-commerce web servers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Single standardized Red Hat Enterprise Linux image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Defined as a local Image Builder TOML blueprint (not hosted Image Builder)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Composed once → published as AWS AMI (Azure VHD as stretch)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Every new web node boots identical: partitions, SELinux, SSH, firewall, httpd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Demo today: live EC2 launched from that gold AMI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4A4A"/>
                </a:solidFill>
                <a:latin typeface="Calibri"/>
              </a:rPr>
              <a:t>Fedora Lane | Server/Cloud OS TDP | FASTER Junior Consultant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How the gold image reaches 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A4A4A"/>
                </a:solidFill>
                <a:latin typeface="Calibri"/>
              </a:rPr>
              <a:t>Simple pipeline you can explain to any stakeholder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828800"/>
            <a:ext cx="2194560" cy="36576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2011680"/>
            <a:ext cx="1965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0000"/>
                </a:solidFill>
                <a:latin typeface="Calibri"/>
              </a:rPr>
              <a:t>1. TOML 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2834640"/>
            <a:ext cx="1965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Define the standard:
packages, users, partitions,
SSH/firewall policy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828800"/>
            <a:ext cx="2194560" cy="36576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1488" y="2011680"/>
            <a:ext cx="1965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0000"/>
                </a:solidFill>
                <a:latin typeface="Calibri"/>
              </a:rPr>
              <a:t>2. Local Image Builder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2834640"/>
            <a:ext cx="1965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Compose on RHEL 9
(osbuild-composer)
→ disk file (.raw)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79" y="1828800"/>
            <a:ext cx="2194560" cy="36576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3207" y="2011680"/>
            <a:ext cx="1965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0000"/>
                </a:solidFill>
                <a:latin typeface="Calibri"/>
              </a:rPr>
              <a:t>3. S3 upload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7" y="2834640"/>
            <a:ext cx="1965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Park the disk file
in object storage
(not bootable yet)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199" y="1828800"/>
            <a:ext cx="2194560" cy="36576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4927" y="2011680"/>
            <a:ext cx="1965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0000"/>
                </a:solidFill>
                <a:latin typeface="Calibri"/>
              </a:rPr>
              <a:t>4. Snapshot + AMI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4927" y="2834640"/>
            <a:ext cx="1965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Import snapshot =
AWS disk copy
Register AMI = catalog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19" y="1828800"/>
            <a:ext cx="2194560" cy="36576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56647" y="2011680"/>
            <a:ext cx="1965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0000"/>
                </a:solidFill>
                <a:latin typeface="Calibri"/>
              </a:rPr>
              <a:t>5. Launch EC2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7" y="2834640"/>
            <a:ext cx="1965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Boot proof VM
from the AMI
and demonstrate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4A4A"/>
                </a:solidFill>
                <a:latin typeface="Calibri"/>
              </a:rPr>
              <a:t>Fedora Lane | Server/Cloud OS TDP | FASTER Junior Consultant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Why import snapshot? (30-second answer)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Image Builder creates a disk file — not an EC2 server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S3 only stores the file — EC2 cannot boot from S3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Import snapshot = convert file → AWS-native disk (EBS snapshot)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Register AMI = publish that disk as a launchable gold template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Launch instance = prove the standard works in the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E0000"/>
                </a:solidFill>
                <a:latin typeface="Calibri"/>
              </a:rPr>
              <a:t>One line: "S3 holds the file; snapshot is AWS disk; AMI is what we launch."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4A4A"/>
                </a:solidFill>
                <a:latin typeface="Calibri"/>
              </a:rPr>
              <a:t>Fedora Lane | Server/Cloud OS TDP | FASTER Junior Consultant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What's baked into the gold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Separate mounts: /var/log, /home, /tmp, /var/tmp (&lt;5 GiB)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/tmp mounted noexec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SELinux enforcing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SSH on port 2222 — key only; no root SSH; no password SSH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httpd in Podman container on 35443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firewalld: only 2222 + 35443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fladmins group + sudo (password required)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Services enabled to survive reboot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4A4A"/>
                </a:solidFill>
                <a:latin typeface="Calibri"/>
              </a:rPr>
              <a:t>Fedora Lane | Server/Cloud OS TDP | FASTER Junior Consultant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Live walkthrough — what we will show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A4A4A"/>
                </a:solidFill>
                <a:latin typeface="Calibri"/>
              </a:rPr>
              <a:t>On the EC2 launched from the gold AMI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SSH as fladmin1 on port 2222 (key auth)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getenforce → Enforcing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findmnt for separate partitions + /tmp noexec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sudo asks for password (accountability)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curl http://127.0.0.1:35443/ + container/systemd status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firewall-cmd — only SSH and httpd ports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Optional: reboot and re-check (persistence)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4A4A"/>
                </a:solidFill>
                <a:latin typeface="Calibri"/>
              </a:rPr>
              <a:t>Fedora Lane | Server/Cloud OS TDP | FASTER Junior Consultant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How this solves the three challenges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3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E0000"/>
                </a:solidFill>
                <a:latin typeface="Calibri"/>
              </a:rPr>
              <a:t>Inconsistency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320040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One RHEL AMI for web nodes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Same layout every launch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Predictable patching path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Less snowflake drift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5448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9163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E0000"/>
                </a:solidFill>
                <a:latin typeface="Calibri"/>
              </a:rPr>
              <a:t>Untraceable changes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057400"/>
            <a:ext cx="320040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Named admin accounts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No root / no password SSH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Sudo always prompts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Known-good baseline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Next: Session Recording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5448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69163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E0000"/>
                </a:solidFill>
                <a:latin typeface="Calibri"/>
              </a:rPr>
              <a:t>Container skills gap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057400"/>
            <a:ext cx="320040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httpd as Podman + systemd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Ops starts a service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Not a fragile CLI paste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Repeatable on every node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4A4A"/>
                </a:solidFill>
                <a:latin typeface="Calibri"/>
              </a:rPr>
              <a:t>Fedora Lane | Server/Cloud OS TDP | FASTER Junior Consultant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Recommended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Pilot this gold AMI on staging e-commerce web nodes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Enable RHEL Session Recording / Web Console for prod admin access (Challenge 2)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Expand rebuild automation + Red Hat Insights for fleet visibility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Stretch: publish matching Azure image from the same TOML blueprint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4A4A"/>
                </a:solidFill>
                <a:latin typeface="Calibri"/>
              </a:rPr>
              <a:t>Fedora Lane | Server/Cloud OS TDP | FASTER Junior Consultant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One standard. Every web node.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CCCCC"/>
                </a:solidFill>
                <a:latin typeface="Calibri"/>
              </a:rPr>
              <a:t>A secure RHEL gold AMI that reduces drift, hardens access,
and makes container workloads operable for Fedora Lane.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EE0000"/>
                </a:solidFill>
                <a:latin typeface="Calibri"/>
              </a:rPr>
              <a:t>Questions?  |  Let's walk the live instance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