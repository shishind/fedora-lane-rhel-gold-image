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20240"/>
            <a:ext cx="164592" cy="2743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1A1A1A"/>
                </a:solidFill>
                <a:latin typeface="Red Hat Text"/>
              </a:rPr>
              <a:t>A standard web platform for Fedora 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4A4A4A"/>
                </a:solidFill>
                <a:latin typeface="Red Hat Text"/>
              </a:rPr>
              <a:t>One RHEL 10 gold image for your e-commerce web servers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6A6A6A"/>
                </a:solidFill>
                <a:latin typeface="Red Hat Text"/>
              </a:rPr>
              <a:t>Same secure baseline every time you launch — on AWS today, Azure when you are 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Prepared for Anya, Alex, Ren, Casey, and Cameron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A6A6A"/>
                </a:solidFill>
                <a:latin typeface="Red Hat Text"/>
              </a:rPr>
              <a:t>Red Hat Consulting  ·  live proof on your AWS account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What you need from the Linux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Your environment, compliance pressure, and what each of you is asking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3657600" cy="484632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Your estate today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~1,600 Linux servers globally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900 on-prem (VMware)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600 on AWS and Azure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100 boutique servers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Crown jewel: e-commerce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AWS is your primary cloud for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the storefront (EC2, RDS, S3)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Azure supports analytics / COTS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Red Hat Text"/>
              </a:rPr>
              <a:t>Brand promise: seamless CX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across boutiques and online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234440"/>
            <a:ext cx="3657600" cy="484632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7160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Your compliance bar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A6A6A"/>
                </a:solidFill>
                <a:latin typeface="Red Hat Text"/>
              </a:rPr>
              <a:t>(Ren’s priorities)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You must satisfy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PCI DSS for payments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GDPR for EU customers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CCPA / CPRA in California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Your internal rules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Critical / High CVEs patched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  within 30 days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Least privilege in production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Encrypt data at rest &amp; in transit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• Quarterly vuln / compliance scans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234440"/>
            <a:ext cx="3657600" cy="484632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37160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What each of you needs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Red Hat Text"/>
              </a:rPr>
              <a:t>Anya — CIO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4A"/>
                </a:solidFill>
                <a:latin typeface="Red Hat Text"/>
              </a:rPr>
              <a:t>Agility without putting CX at risk</a:t>
            </a:r>
          </a:p>
          <a:p>
            <a:pPr>
              <a:spcAft>
                <a:spcPts val="400"/>
              </a:spcAft>
            </a:pPr>
            <a:r>
              <a:rPr sz="4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Red Hat Text"/>
              </a:rPr>
              <a:t>Alex — Infra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4A"/>
                </a:solidFill>
                <a:latin typeface="Red Hat Text"/>
              </a:rPr>
              <a:t>Stable, simpler day-2 operations</a:t>
            </a:r>
          </a:p>
          <a:p>
            <a:pPr>
              <a:spcAft>
                <a:spcPts val="400"/>
              </a:spcAft>
            </a:pPr>
            <a:r>
              <a:rPr sz="4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Red Hat Text"/>
              </a:rPr>
              <a:t>Casey — Linux Eng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4A"/>
                </a:solidFill>
                <a:latin typeface="Red Hat Text"/>
              </a:rPr>
              <a:t>One standard you can enforce</a:t>
            </a:r>
          </a:p>
          <a:p>
            <a:pPr>
              <a:spcAft>
                <a:spcPts val="400"/>
              </a:spcAft>
            </a:pPr>
            <a:r>
              <a:rPr sz="4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Red Hat Text"/>
              </a:rPr>
              <a:t>Ren — Security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4A"/>
                </a:solidFill>
                <a:latin typeface="Red Hat Text"/>
              </a:rPr>
              <a:t>A baseline you can prove in audits</a:t>
            </a:r>
          </a:p>
          <a:p>
            <a:pPr>
              <a:spcAft>
                <a:spcPts val="400"/>
              </a:spcAft>
            </a:pPr>
            <a:r>
              <a:rPr sz="4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Red Hat Text"/>
              </a:rPr>
              <a:t>Cameron — App Dev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4A"/>
                </a:solidFill>
                <a:latin typeface="Red Hat Text"/>
              </a:rPr>
              <a:t>Containers ops can run without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The three problems we are solving with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What is hurting the e-commerce web fleet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45920"/>
            <a:ext cx="640080" cy="640080"/>
          </a:xfrm>
          <a:prstGeom prst="ellipse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Red Hat Tex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08760"/>
            <a:ext cx="9784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Your servers are inconsistent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Rocky, Ubuntu, CentOS Stream, and Amazon Linux across regions. Autonomy created drift. A critical patch failed on 600+ hosts — you missed the 30-day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3200400"/>
            <a:ext cx="640080" cy="640080"/>
          </a:xfrm>
          <a:prstGeom prst="ellipse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31012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Red Hat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63240"/>
            <a:ext cx="9784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Admin changes are hard to trace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Helpful but undocumented edits on production. When checkout fails, teams burn hours asking “who changed what?” — MTTR stays high.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4754880"/>
            <a:ext cx="640080" cy="640080"/>
          </a:xfrm>
          <a:prstGeom prst="ellipse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86460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Red Hat Tex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617720"/>
            <a:ext cx="9784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Containers outpace ops tooling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Developers pass long podman run strings to Casey’s team. One typo blocks staging; ops depends on developers for basic container 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Today’s 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About 15 minutes — confirm the need, show the standard, prove it 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48840" cy="3291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187451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EE0000"/>
                </a:solidFill>
                <a:latin typeface="Red Hat Text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Your needs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Estate, compliance, stakeholders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28800"/>
            <a:ext cx="2148840" cy="3291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2011680"/>
            <a:ext cx="187451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EE0000"/>
                </a:solidFill>
                <a:latin typeface="Red Hat Text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Your challenges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The three problems we heard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828800"/>
            <a:ext cx="2148840" cy="3291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60" y="2011680"/>
            <a:ext cx="187451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EE0000"/>
                </a:solidFill>
                <a:latin typeface="Red Hat Text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Your gold standard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Exact configuration in the 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48840" cy="3291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011680"/>
            <a:ext cx="187451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EE0000"/>
                </a:solidFill>
                <a:latin typeface="Red Hat Text"/>
              </a:rPr>
              <a:t>04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What that solves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Each control mapped to your pain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1828800"/>
            <a:ext cx="2148840" cy="3291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38360" y="2011680"/>
            <a:ext cx="187451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EE0000"/>
                </a:solidFill>
                <a:latin typeface="Red Hat Text"/>
              </a:rPr>
              <a:t>05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Live proof &amp; next step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Running instance + staging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Your gold standard — what’s baked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One blueprint. Every new web node boots the same 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441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344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Red Hat Text"/>
              </a:rPr>
              <a:t>Red Hat Enterprise Linux 10 — built with local Image Builder (repeatable TOML)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92808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0253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Disk 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002536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Red Hat Text"/>
              </a:rPr>
              <a:t>Separate /var/log, /home, /tmp, /var/tmp (2 GiB each) so root never fills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51176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Hardening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660904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Red Hat Text"/>
              </a:rPr>
              <a:t>SELinux enforcing · SSH on 2222 with keys only · no root SSH · no password SSH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9544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192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Your admins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319272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Red Hat Text"/>
              </a:rPr>
              <a:t>Named accounts fladmin1 / fladmin2 in fladmins — sudo always asks for a password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67912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77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9776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Red Hat Text"/>
              </a:rPr>
              <a:t>Only ports you need open: SSH 2222 and httpd 35443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26279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36007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Web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636007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Red Hat Text"/>
              </a:rPr>
              <a:t>httpd in a container, managed as a normal systemd service on 35443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84648"/>
            <a:ext cx="112471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29437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Where it runs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294376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Red Hat Text"/>
              </a:rPr>
              <a:t>Proven as an AWS AMI; same blueprint can publish to Azure as a VHD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How this configuration solves your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Your challenge → what we put in the image → 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34440"/>
            <a:ext cx="1133856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Red Hat Text"/>
              </a:rPr>
              <a:t>Your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2984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Red Hat Text"/>
              </a:rPr>
              <a:t>What we configured for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29844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Red Hat Text"/>
              </a:rPr>
              <a:t>What you 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37360"/>
            <a:ext cx="11338560" cy="1143000"/>
          </a:xfrm>
          <a:prstGeom prst="rect">
            <a:avLst/>
          </a:prstGeom>
          <a:solidFill>
            <a:srgbClr val="F5F5F5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Inconsistent 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874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One RHEL 10 image: same packages, mounts, hostname, services on every 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87452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 single baseline Casey can automate and patch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971800"/>
            <a:ext cx="1133856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20040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Untraceable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Named admins, key-only SSH on 2222, sudo with password, known-good image to rebuild from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089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Accountability now — session recording as your next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206240"/>
            <a:ext cx="11338560" cy="1143000"/>
          </a:xfrm>
          <a:prstGeom prst="rect">
            <a:avLst/>
          </a:prstGeom>
          <a:solidFill>
            <a:srgbClr val="F5F5F5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348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Container skills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3434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httpd runs in Podman but starts as container-fl-httpd.service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3434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Ops uses start / stop / status — no fragile one-liners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23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6A6A6A"/>
                </a:solidFill>
                <a:latin typeface="Red Hat Text"/>
              </a:rPr>
              <a:t>Next for Ren and Alex: Web Console + Session Recording so you can review who changed what on production.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Why each control is in your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Designed around reliability, security, and day-2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Separate log / home / temp mounts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 noisy log or temp spike cannot fill root and take checkout down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99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/tmp noexec + SELinux enforcing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Harder for malware to run and move laterally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42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SSH on 2222 · keys only · no root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Smaller attack surface; every login is a named person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377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542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sudo always asks for a password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No silent privilege escalation on your web nodes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520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85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Firewall: only 2222 and 35443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Only admin and web traffic — nothing else exposed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520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685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httpd as a systemd service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Your ops team manages the site like any other 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663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828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Services enabled at first boot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The standard survives reboot — not a one-time tweak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63440"/>
            <a:ext cx="5623560" cy="10058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82803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E0000"/>
                </a:solidFill>
                <a:latin typeface="Red Hat Text"/>
              </a:rPr>
              <a:t>Blueprint in version control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You can rebuild the same image whenever you need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How we get from blueprint to your web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Build once — launch identically on AWS (Azure ready from the same blueprint)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Blueprint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your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92024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E0000"/>
                </a:solidFill>
                <a:latin typeface="Red Hat Text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46304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16459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Image Builder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RHEL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92024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E0000"/>
                </a:solidFill>
                <a:latin typeface="Red Hat Text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6304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6459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Gold disk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disk 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E0000"/>
                </a:solidFill>
                <a:latin typeface="Red Hat Tex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39" y="146304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16459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Cloud storage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S3 / Blob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2024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E0000"/>
                </a:solidFill>
                <a:latin typeface="Red Hat Text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46304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6459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Machine image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AMI / Azure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92024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E0000"/>
                </a:solidFill>
                <a:latin typeface="Red Hat Text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146304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87000" y="16459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Red Hat Text"/>
              </a:rPr>
              <a:t>Your VM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web node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200400"/>
            <a:ext cx="11338560" cy="26517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38328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Red Hat Text"/>
              </a:rPr>
              <a:t>On every instance launched from your gold image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Your admins SSH on port 2222 with keys  ·  Site answers on 35443 as a systemd service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SELinux enforcing  ·  tight firewall  ·  separate mounts  ·  /tmp cannot execute code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4A4A4A"/>
                </a:solidFill>
                <a:latin typeface="Red Hat Text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A6A6A"/>
                </a:solidFill>
                <a:latin typeface="Red Hat Text"/>
              </a:rPr>
              <a:t>AWS today: upload → snapshot → AMI → launch EC2 with security group 2222 + 35443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A6A6A"/>
                </a:solidFill>
                <a:latin typeface="Red Hat Text"/>
              </a:rPr>
              <a:t>Azure when ready: same blueprint → VHD → managed image → NSG 2222 + 35443 → VM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Built as a reviewable standard — not a snowflake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Local Image Builder so your team owns the blueprint in 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Why this approach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You get a file you can review, version, and rebuild — not a black-box cloud wizard.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55448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Define once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One TOML blueprint describes packages, users, firewall, mounts, and first-boot.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Compose for AWS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Produce the AMI disk, publish to your account, launch EC2.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137160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1554480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Same for Azure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Produce a VHD from the same blueprint when European teams need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Getting the image into your AWS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From disk file to a launchable AMI your teams can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1828800" cy="14630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Gold disk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in S3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1463040"/>
            <a:ext cx="1828800" cy="14630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6916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Import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snapshot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63040"/>
            <a:ext cx="1828800" cy="14630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916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Register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AMI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39" y="1463040"/>
            <a:ext cx="1828800" cy="14630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79" y="16916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Secure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SG 2222+35443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63040"/>
            <a:ext cx="1828800" cy="14630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916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Launch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EC2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95560" y="1463040"/>
            <a:ext cx="1828800" cy="146304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16916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Red Hat Text"/>
              </a:rPr>
              <a:t>Prove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Red Hat Text"/>
              </a:rPr>
              <a:t>SSH + curl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29184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2044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Red Hat Text"/>
              </a:rPr>
              <a:t>What this means for you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4A4A4A"/>
                </a:solidFill>
                <a:latin typeface="Red Hat Text"/>
              </a:rPr>
              <a:t>New web capacity = launch from the gold AMI — not another hand-built server.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4A4A4A"/>
                </a:solidFill>
                <a:latin typeface="Red Hat Text"/>
              </a:rPr>
              <a:t>Security groups match the image: only your operators’ IPs on 2222 and 35443.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4A4A4A"/>
                </a:solidFill>
                <a:latin typeface="Red Hat Text"/>
              </a:rPr>
              <a:t>First boot finishes the httpd container; within a few minutes the site answers.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A6A6A"/>
                </a:solidFill>
                <a:latin typeface="Red Hat Text"/>
              </a:rPr>
              <a:t>Same path whether your team prefers AWS CLI or the Console.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What we will show you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A fresh instance from your gold AMI — not a hand-tuned lab box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Login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Your admins reach the host on port 2222 with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9164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OS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Red Hat Enterprise Linux 10 — one standard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SELinux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Enforcing — as Ren expects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137160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169164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Mounts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Logs and temp isolated from root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566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88620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Firewall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Only 2222 and 35443 open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566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388620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Web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httpd as a service on 35443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66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8620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Page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Index responds — storefront path 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566160"/>
            <a:ext cx="2788920" cy="196596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388620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E0000"/>
                </a:solidFill>
                <a:latin typeface="Red Hat Text"/>
              </a:rPr>
              <a:t>Reboot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Everything comes back after restart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What this means for each of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One image — different outcomes for the leadership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219456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920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Anya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E0000"/>
                </a:solidFill>
                <a:latin typeface="Red Hat Text"/>
              </a:rPr>
              <a:t>CIO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Scale the digital storefront on a modern, safer standard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463040"/>
            <a:ext cx="219456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37360"/>
            <a:ext cx="1920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Alex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E0000"/>
                </a:solidFill>
                <a:latin typeface="Red Hat Text"/>
              </a:rPr>
              <a:t>Infra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Fewer snowflakes; services that survive reboot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463040"/>
            <a:ext cx="219456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60" y="1737360"/>
            <a:ext cx="1920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Ren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E0000"/>
                </a:solidFill>
                <a:latin typeface="Red Hat Text"/>
              </a:rPr>
              <a:t>Security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Hardened SSH, SELinux, minimal firewall, least privilege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19" y="1463040"/>
            <a:ext cx="219456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1737360"/>
            <a:ext cx="1920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Casey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E0000"/>
                </a:solidFill>
                <a:latin typeface="Red Hat Text"/>
              </a:rPr>
              <a:t>Linux Eng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A standard you can enforce and 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463040"/>
            <a:ext cx="2194560" cy="4114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9800" y="1737360"/>
            <a:ext cx="1920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Red Hat Text"/>
              </a:rPr>
              <a:t>Cameron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E0000"/>
                </a:solidFill>
                <a:latin typeface="Red Hat Text"/>
              </a:rPr>
              <a:t>App Dev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A4A4A"/>
                </a:solidFill>
                <a:latin typeface="Red Hat Text"/>
              </a:rPr>
              <a:t>Containers that ops can run without a war room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Red Hat Display"/>
              </a:rPr>
              <a:t>Recommended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4980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4A4A4A"/>
                </a:solidFill>
                <a:latin typeface="Red Hat Text"/>
              </a:rPr>
              <a:t>One concrete move — then deepen day-2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ed Hat Tex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2763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Red Hat Text"/>
              </a:rPr>
              <a:t>Pilot this gold AMI on your staging web nodes next sprint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231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2606040"/>
            <a:ext cx="502920" cy="502920"/>
          </a:xfrm>
          <a:prstGeom prst="ellipse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ed Hat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919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Red Hat Text"/>
              </a:rPr>
              <a:t>Casey validates day-2 (service + firewall); Ren reviews SSH and SELinux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74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657600"/>
            <a:ext cx="502920" cy="502920"/>
          </a:xfrm>
          <a:prstGeom prst="ellipse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ed Hat Tex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3075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Red Hat Text"/>
              </a:rPr>
              <a:t>Add Web Console + Session Recording for audited admin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26279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4709159"/>
            <a:ext cx="502920" cy="502920"/>
          </a:xfrm>
          <a:prstGeom prst="ellipse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00599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ed Hat Tex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782311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Red Hat Text"/>
              </a:rPr>
              <a:t>Automate rebuilds; publish Azure from the same blueprint when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Red Hat Text"/>
              </a:rPr>
              <a:t>One gold image for Fedora Lane’s web fleet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4A4A4A"/>
                </a:solidFill>
                <a:latin typeface="Red Hat Text"/>
              </a:rPr>
              <a:t>Secure. Standardized. Something your ops team can run.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4A4A4A"/>
                </a:solidFill>
                <a:latin typeface="Red Hat Text"/>
              </a:rPr>
              <a:t>Proven live on AWS — ready for your staging 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EE0000"/>
                </a:solidFill>
                <a:latin typeface="Red Hat Text"/>
              </a:rPr>
              <a:t>Questions from Anya, Alex, Ren, Casey, or Cameron?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A6A6A"/>
                </a:solidFill>
                <a:latin typeface="Red Hat Text"/>
              </a:rPr>
              <a:t>We’re ready to walk the instance and agree the staging pilot.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A6A6A"/>
                </a:solidFill>
                <a:latin typeface="Red Hat Text"/>
              </a:rPr>
              <a:t>Fedora Lane  ·  RHEL 10 gold image for your e-commerce web 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A6A6A"/>
                </a:solidFill>
                <a:latin typeface="Red Hat Text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